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nf-guide-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KLO / Keith L. Odom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KLO Conference Companion V2 — User Guide</dc:title>
  <dc:subject>KLO Conference Companion V2 — User Guide</dc:subject>
  <dc:creator>Tim Adams</dc:creator>
  <cp:lastModifiedBy>Tim Adams</cp:lastModifiedBy>
  <cp:revision>1</cp:revision>
  <dcterms:created xsi:type="dcterms:W3CDTF">2026-03-05T02:44:09Z</dcterms:created>
  <dcterms:modified xsi:type="dcterms:W3CDTF">2026-03-05T02:44:09Z</dcterms:modified>
</cp:coreProperties>
</file>